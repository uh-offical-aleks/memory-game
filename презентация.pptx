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78" r:id="rId5"/>
    <p:sldId id="279" r:id="rId6"/>
    <p:sldId id="280" r:id="rId7"/>
    <p:sldId id="281" r:id="rId8"/>
    <p:sldId id="282" r:id="rId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EF7BF-8677-4414-86E1-BB2AAF45A13B}" type="datetime1">
              <a:rPr lang="ru-RU" smtClean="0"/>
              <a:t>22.04.2026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2A696-3C21-4250-AD61-03F1E1BF326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39855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28083-36D7-4636-A812-907FF9D7C267}" type="datetime1">
              <a:rPr lang="ru-RU" smtClean="0"/>
              <a:pPr/>
              <a:t>22.04.2026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6121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ru-RU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90E520-686D-4C71-8133-4EA692C955A9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3A72F9-4256-4359-B342-64C7E8DCC659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6FF0E-EB4C-439A-A443-070F1507FB7E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DD90D4-56AF-4E6B-B35D-872C35047082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Рисунок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AC35DE-DDDF-490A-8410-1A39B9D9ACED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7BDB06-5E9D-4BFC-B202-8D78BF6A8453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C874C4-3349-4618-A49A-57DEFB6F7BFB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A705E8-F76D-47F7-8C93-B438C95088DE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04A2CF-2624-43E6-98B0-2BA1BDD73BD5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246B87-8E16-4093-801D-C24D9D7EC119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68C2FC-11E6-47DA-8531-957371E4E221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12" name="Текст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 rtl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ABFD61-962E-4157-977B-58AAA58B15E2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1" name="Надпись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 sz="800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«</a:t>
            </a:r>
          </a:p>
        </p:txBody>
      </p:sp>
      <p:sp>
        <p:nvSpPr>
          <p:cNvPr id="13" name="Надпись 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ru-RU" sz="800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с имен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FC0D30-2288-4C22-9F23-799DF7591430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столб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 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8" name="Текст 3"/>
          <p:cNvSpPr>
            <a:spLocks noGrp="1"/>
          </p:cNvSpPr>
          <p:nvPr>
            <p:ph type="body" sz="half" idx="15" hasCustomPrompt="1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 rtl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9" name="Текст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1" name="Текст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2" name="Текст 3"/>
          <p:cNvSpPr>
            <a:spLocks noGrp="1"/>
          </p:cNvSpPr>
          <p:nvPr>
            <p:ph type="body" sz="half" idx="17" hasCustomPrompt="1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 rtl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6CE77A-153C-497F-9BB1-25A9DFFF5F3F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Рисунок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Рисунок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Заголовок 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0" name="Рисунок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1" name="Текст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2" name="Текст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3" name="Рисунок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4" name="Текст 3"/>
          <p:cNvSpPr>
            <a:spLocks noGrp="1"/>
          </p:cNvSpPr>
          <p:nvPr>
            <p:ph type="body" sz="half" idx="19" hasCustomPrompt="1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 rtl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25" name="Текст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6" name="Рисунок 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7" name="Текст 3"/>
          <p:cNvSpPr>
            <a:spLocks noGrp="1"/>
          </p:cNvSpPr>
          <p:nvPr>
            <p:ph type="body" sz="half" idx="20" hasCustomPrompt="1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 rtl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EEEF43-3400-4A9E-81BF-C7BEEADDFE41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fld id="{798B96AE-99FB-476F-9A0D-2322D8B66A52}" type="datetime1">
              <a:rPr lang="ru-RU" noProof="0" smtClean="0"/>
              <a:t>22.04.2026</a:t>
            </a:fld>
            <a:endParaRPr lang="ru-RU" noProof="0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4275" y="7196"/>
            <a:ext cx="12192001" cy="6857990"/>
          </a:xfrm>
          <a:prstGeom prst="rect">
            <a:avLst/>
          </a:prstGeom>
        </p:spPr>
      </p:pic>
      <p:sp useBgFill="1">
        <p:nvSpPr>
          <p:cNvPr id="103" name="Полилиния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a16="http://schemas.microsoft.com/office/drawing/2014/main" xmlns:p14="http://schemas.microsoft.com/office/powerpoint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 rtlCol="0">
            <a:normAutofit/>
          </a:bodyPr>
          <a:lstStyle/>
          <a:p>
            <a:pPr algn="l"/>
            <a:r>
              <a:rPr lang="en-US" sz="4000" dirty="0"/>
              <a:t>Memory game</a:t>
            </a:r>
            <a:br>
              <a:rPr lang="en-US" sz="4000" dirty="0"/>
            </a:br>
            <a:r>
              <a:rPr lang="ru-RU" sz="4000" dirty="0"/>
              <a:t>игра на память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 rtlCol="0">
            <a:normAutofit/>
          </a:bodyPr>
          <a:lstStyle/>
          <a:p>
            <a:pPr algn="l" rtl="0"/>
            <a:r>
              <a:rPr lang="ru-RU" dirty="0" err="1"/>
              <a:t>Благодатских</a:t>
            </a:r>
            <a:r>
              <a:rPr lang="ru-RU" dirty="0"/>
              <a:t> </a:t>
            </a:r>
            <a:r>
              <a:rPr lang="ru-RU" dirty="0" err="1"/>
              <a:t>алексей</a:t>
            </a:r>
            <a:endParaRPr lang="ru-RU" dirty="0"/>
          </a:p>
          <a:p>
            <a:pPr algn="l" rtl="0"/>
            <a:r>
              <a:rPr lang="ru-RU" sz="2300" dirty="0"/>
              <a:t>Иэ</a:t>
            </a:r>
            <a:r>
              <a:rPr lang="ru-RU" dirty="0"/>
              <a:t>-</a:t>
            </a:r>
            <a:r>
              <a:rPr lang="ru-RU" sz="2300" dirty="0"/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Прямоугольник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823078" cy="970450"/>
          </a:xfrm>
        </p:spPr>
        <p:txBody>
          <a:bodyPr rtlCol="0" anchor="b">
            <a:normAutofit fontScale="90000"/>
          </a:bodyPr>
          <a:lstStyle/>
          <a:p>
            <a:pPr algn="l"/>
            <a:r>
              <a:rPr lang="ru-RU" sz="4000" dirty="0"/>
              <a:t>Что представляет проект?	</a:t>
            </a:r>
          </a:p>
        </p:txBody>
      </p:sp>
      <p:sp>
        <p:nvSpPr>
          <p:cNvPr id="24" name="Объект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668351"/>
          </a:xfrm>
        </p:spPr>
        <p:txBody>
          <a:bodyPr rtlCol="0" anchor="t">
            <a:normAutofit lnSpcReduction="10000"/>
          </a:bodyPr>
          <a:lstStyle/>
          <a:p>
            <a:pPr marL="36900" lvl="0" indent="0" rtl="0">
              <a:buNone/>
            </a:pPr>
            <a:r>
              <a:rPr lang="ru-RU" sz="2400" dirty="0"/>
              <a:t>Проект представляет собой игру на память, состоящую из 3 уровней</a:t>
            </a:r>
          </a:p>
          <a:p>
            <a:pPr marL="36900" lvl="0" indent="0" rtl="0">
              <a:buNone/>
            </a:pPr>
            <a:endParaRPr lang="ru-RU" sz="2400" dirty="0"/>
          </a:p>
          <a:p>
            <a:pPr marL="36900" lvl="0" indent="0" rtl="0">
              <a:buNone/>
            </a:pPr>
            <a:r>
              <a:rPr lang="ru-RU" sz="2400" dirty="0"/>
              <a:t>После окончания таймера пользователь вводит фигуры, которые видел в формате « фигура цвет» и за правильно написанную фигуру дается 2 бала, которые потом переводятся в проценты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E64425B-D7FA-A3E5-4203-2267183B0340}"/>
              </a:ext>
            </a:extLst>
          </p:cNvPr>
          <p:cNvSpPr/>
          <p:nvPr/>
        </p:nvSpPr>
        <p:spPr>
          <a:xfrm>
            <a:off x="38779" y="152400"/>
            <a:ext cx="4188542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Легкий уровень</a:t>
            </a:r>
          </a:p>
          <a:p>
            <a:pPr algn="ctr"/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 фигуры, 3 варианта фигур, 3 цвета</a:t>
            </a:r>
          </a:p>
          <a:p>
            <a:pPr algn="ctr"/>
            <a:r>
              <a:rPr lang="ru-R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Время- 10 секунд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DCCEBB5-441B-96DD-D6D3-9FE6FA811D86}"/>
              </a:ext>
            </a:extLst>
          </p:cNvPr>
          <p:cNvSpPr/>
          <p:nvPr/>
        </p:nvSpPr>
        <p:spPr>
          <a:xfrm>
            <a:off x="38779" y="1297858"/>
            <a:ext cx="3658150" cy="9144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Средний уровень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3 фигуры, 3 варианта, 3 цвета</a:t>
            </a:r>
          </a:p>
          <a:p>
            <a:pPr algn="ctr"/>
            <a:r>
              <a:rPr lang="ru-RU" dirty="0">
                <a:solidFill>
                  <a:schemeClr val="bg1"/>
                </a:solidFill>
              </a:rPr>
              <a:t>Время – 8 секунд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AA12DEB-17B3-98D3-6666-C2F3DEA97B75}"/>
              </a:ext>
            </a:extLst>
          </p:cNvPr>
          <p:cNvSpPr/>
          <p:nvPr/>
        </p:nvSpPr>
        <p:spPr>
          <a:xfrm>
            <a:off x="38779" y="2443316"/>
            <a:ext cx="3835131" cy="10274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Сложный уровень</a:t>
            </a:r>
          </a:p>
          <a:p>
            <a:pPr algn="ctr"/>
            <a:r>
              <a:rPr lang="ru-RU" dirty="0"/>
              <a:t>4 фигуры, 3 варианта, 4 цвета</a:t>
            </a:r>
          </a:p>
          <a:p>
            <a:pPr algn="ctr"/>
            <a:r>
              <a:rPr lang="ru-RU" dirty="0"/>
              <a:t>Время – 6 секунд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C1E92F-7BD9-AD67-EC9C-65335277B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31" r="-2" b="119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63AABCA-0540-952B-B15F-5919B9CE2F60}"/>
              </a:ext>
            </a:extLst>
          </p:cNvPr>
          <p:cNvSpPr/>
          <p:nvPr/>
        </p:nvSpPr>
        <p:spPr>
          <a:xfrm>
            <a:off x="1455173" y="2551471"/>
            <a:ext cx="8947355" cy="33872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Как будет продаваться проект?</a:t>
            </a:r>
          </a:p>
          <a:p>
            <a:pPr algn="ctr"/>
            <a:r>
              <a:rPr lang="ru-RU" dirty="0"/>
              <a:t>Проект будет продаваться в виде подписки, составляющей 1.000р в месяц, в год же она будет составлять 10.000р </a:t>
            </a:r>
          </a:p>
          <a:p>
            <a:pPr algn="ctr"/>
            <a:r>
              <a:rPr lang="ru-RU" dirty="0"/>
              <a:t>Кому будет продаваться проект?</a:t>
            </a:r>
          </a:p>
          <a:p>
            <a:pPr algn="ctr"/>
            <a:r>
              <a:rPr lang="ru-RU" dirty="0"/>
              <a:t>Проект будет продаваться в детские сады и детские </a:t>
            </a:r>
            <a:r>
              <a:rPr lang="ru-RU" dirty="0" err="1"/>
              <a:t>полинклиники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8D7E94-0525-A816-F33E-89FBFD838E94}"/>
              </a:ext>
            </a:extLst>
          </p:cNvPr>
          <p:cNvSpPr/>
          <p:nvPr/>
        </p:nvSpPr>
        <p:spPr>
          <a:xfrm>
            <a:off x="1455173" y="403122"/>
            <a:ext cx="8947355" cy="1463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B80832-1C3A-4E5F-5177-69AB314DC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03122"/>
            <a:ext cx="10353762" cy="125730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Экономика и целевая аудитория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333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765E2A9-B7E0-8E87-75BE-D1F04789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/>
          <a:lstStyle/>
          <a:p>
            <a:r>
              <a:rPr lang="ru-RU" dirty="0"/>
              <a:t>аналоги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938A18-A78A-992F-D34F-119D612E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855633" y="1346247"/>
            <a:ext cx="6411924" cy="3606706"/>
          </a:xfrm>
          <a:prstGeom prst="rect">
            <a:avLst/>
          </a:prstGeom>
          <a:noFill/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650A535-7780-937D-6935-4B7B28FD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>
            <a:noAutofit/>
          </a:bodyPr>
          <a:lstStyle/>
          <a:p>
            <a:r>
              <a:rPr lang="en-US" sz="2000" b="1" dirty="0">
                <a:effectLst/>
              </a:rPr>
              <a:t>Lumosity</a:t>
            </a:r>
            <a:r>
              <a:rPr lang="ru-RU" sz="2000" b="1" dirty="0">
                <a:effectLst/>
              </a:rPr>
              <a:t>- 1030р в месяц</a:t>
            </a:r>
          </a:p>
          <a:p>
            <a:r>
              <a:rPr lang="en-US" sz="2000" b="1" dirty="0">
                <a:effectLst/>
              </a:rPr>
              <a:t>Elevate</a:t>
            </a:r>
            <a:r>
              <a:rPr lang="ru-RU" sz="2000" b="1" dirty="0">
                <a:effectLst/>
              </a:rPr>
              <a:t> – в месяц 2000р</a:t>
            </a:r>
          </a:p>
          <a:p>
            <a:r>
              <a:rPr lang="ru-RU" sz="2000" b="1" dirty="0">
                <a:effectLst/>
              </a:rPr>
              <a:t>Яндекс игры – бесплатно</a:t>
            </a:r>
          </a:p>
          <a:p>
            <a:r>
              <a:rPr lang="ru-RU" sz="2000" b="1" dirty="0">
                <a:effectLst/>
              </a:rPr>
              <a:t>Если зайти на все аналоги и проанализировать их, то можно сделать вывод - </a:t>
            </a:r>
            <a:r>
              <a:rPr lang="en-US" sz="2000" dirty="0"/>
              <a:t>Memory game</a:t>
            </a:r>
            <a:r>
              <a:rPr lang="ru-RU" sz="2000" dirty="0"/>
              <a:t> лучше бесплатных «</a:t>
            </a:r>
            <a:r>
              <a:rPr lang="ru-RU" sz="2000" dirty="0" err="1"/>
              <a:t>яндекс</a:t>
            </a:r>
            <a:r>
              <a:rPr lang="ru-RU" sz="2000" dirty="0"/>
              <a:t> игры»,  но уступает двум другим аналогам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99670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078928-EF0C-BEAE-F364-01C61AC26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A112AB-63FB-B11B-02A6-B3993474E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2830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071_TF55705232.potx" id="{C98A10B3-D14C-4FE8-A340-4D708DD4B997}" vid="{AFA89DFD-EE24-4CEA-9681-B0785EAC41E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{65A8B00C-7842-453B-B0EB-1A86C44510D5}TFe742eee6-54b3-45e8-a03d-f3d997f9b6ca71db55d1_win32-922ad164d082</Template>
  <TotalTime>30</TotalTime>
  <Words>186</Words>
  <Application>Microsoft Office PowerPoint</Application>
  <PresentationFormat>Широкоэкранный</PresentationFormat>
  <Paragraphs>29</Paragraphs>
  <Slides>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Calibri</vt:lpstr>
      <vt:lpstr>Times New Roman</vt:lpstr>
      <vt:lpstr>Wingdings 2</vt:lpstr>
      <vt:lpstr>СланецVTI</vt:lpstr>
      <vt:lpstr>Memory game игра на память</vt:lpstr>
      <vt:lpstr>Что представляет проект? </vt:lpstr>
      <vt:lpstr>Экономика и целевая аудитория </vt:lpstr>
      <vt:lpstr>аналоги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Unicum_Student</dc:creator>
  <cp:lastModifiedBy>Unicum_Student</cp:lastModifiedBy>
  <cp:revision>1</cp:revision>
  <dcterms:created xsi:type="dcterms:W3CDTF">2026-04-22T08:57:11Z</dcterms:created>
  <dcterms:modified xsi:type="dcterms:W3CDTF">2026-04-22T09:27:16Z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